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Subscribers</c:v>
                </c:pt>
              </c:strCache>
            </c:strRef>
          </c:tx>
          <c:spPr>
            <a:solidFill>
              <a:srgbClr val="2D3A4F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2000</c:v>
                </c:pt>
                <c:pt idx="1">
                  <c:v>5500</c:v>
                </c:pt>
                <c:pt idx="2">
                  <c:v>11000</c:v>
                </c:pt>
                <c:pt idx="3">
                  <c:v>18000</c:v>
                </c:pt>
                <c:pt idx="4">
                  <c:v>26000</c:v>
                </c:pt>
                <c:pt idx="5">
                  <c:v>35000</c:v>
                </c:pt>
                <c:pt idx="6">
                  <c:v>42000</c:v>
                </c:pt>
                <c:pt idx="7">
                  <c:v>50000</c:v>
                </c:pt>
                <c:pt idx="8">
                  <c:v>58000</c:v>
                </c:pt>
                <c:pt idx="9">
                  <c:v>66000</c:v>
                </c:pt>
                <c:pt idx="10">
                  <c:v>74000</c:v>
                </c:pt>
                <c:pt idx="11">
                  <c:v>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4D-ED4B-BAA6-2FFDD802E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A7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A7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6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74320"/>
            <a:ext cx="4114800" cy="4114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731520"/>
            <a:ext cx="32004" cy="329184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777240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234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4B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Less. Connect More.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話すより、つながる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Mobile for Generation Z  —  Australia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1440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 —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-457200"/>
            <a:ext cx="5029200" cy="502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that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 you.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914400" y="2011680"/>
            <a:ext cx="32004" cy="118872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is a prepaid mobile brand built for the generation that grew up online. No lock-in contracts, no confusing fine print, no corporate noise — just reliable data, fair pricing, and a brand that speaks your language.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2900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DATA-FIRST PLANS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4612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data inclusions because Gen Z lives on mobile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7764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977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246120" y="3977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recharges — cancel or switch any time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52628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32461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creators, not corporate focus groups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58368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400" dirty="0"/>
          </a:p>
        </p:txBody>
      </p:sp>
      <p:sp>
        <p:nvSpPr>
          <p:cNvPr id="17" name="Text 11"/>
          <p:cNvSpPr/>
          <p:nvPr/>
        </p:nvSpPr>
        <p:spPr>
          <a:xfrm>
            <a:off x="658368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prefer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plans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FOR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Generation Z.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Coast. Always 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3566160" cy="201168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3566160" cy="36576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 STUDENT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  ·  Sydney / Melbourne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TikTok and Spotify. Switches between study and socials 400 times a day. Needs unlimited data, not unlimited minutes.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920240"/>
            <a:ext cx="3566160" cy="201168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566160" cy="36576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YOUNG WORKER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22–27  ·  Brisbane / Gold Coast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full-time job, managing their own bills for the first time. Values transparency and easy self-service — hates calling support.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Australians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4.8hrs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92608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screen time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3776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prepaid plans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D3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4944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price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8288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 confidence.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simplicity.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14400" y="1965960"/>
            <a:ext cx="3474720" cy="1645920"/>
          </a:xfrm>
          <a:prstGeom prst="rect">
            <a:avLst/>
          </a:prstGeom>
          <a:solidFill>
            <a:srgbClr val="2D3A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19456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18872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話すより、つながる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8872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wordmark with speech bubble icon.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approachable, intentionally understated.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0292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029200" y="2286000"/>
            <a:ext cx="292608" cy="256032"/>
          </a:xfrm>
          <a:prstGeom prst="rect">
            <a:avLst/>
          </a:prstGeom>
          <a:solidFill>
            <a:srgbClr val="1C1C1E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44068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 Ink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949440" y="2286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#1C1C1E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029200" y="2633472"/>
            <a:ext cx="292608" cy="256032"/>
          </a:xfrm>
          <a:prstGeom prst="rect">
            <a:avLst/>
          </a:prstGeom>
          <a:solidFill>
            <a:srgbClr val="2D3A4F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440680" y="2633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Indigo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949440" y="2633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#2D3A4F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029200" y="2980944"/>
            <a:ext cx="292608" cy="256032"/>
          </a:xfrm>
          <a:prstGeom prst="rect">
            <a:avLst/>
          </a:prstGeom>
          <a:solidFill>
            <a:srgbClr val="D94F3B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40680" y="2980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 Vermillion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94944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#D94F3B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29200" y="3328416"/>
            <a:ext cx="292608" cy="256032"/>
          </a:xfrm>
          <a:prstGeom prst="rect">
            <a:avLst/>
          </a:prstGeom>
          <a:solidFill>
            <a:srgbClr val="F5F0E8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440680" y="3328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Kinari Cream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949440" y="33284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#F5F0E8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029200" y="3675888"/>
            <a:ext cx="292608" cy="256032"/>
          </a:xfrm>
          <a:prstGeom prst="rect">
            <a:avLst/>
          </a:prstGeom>
          <a:solidFill>
            <a:srgbClr val="C4B9A8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440680" y="3675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 Sand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94944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#C4B9A8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029200" y="4023360"/>
            <a:ext cx="292608" cy="256032"/>
          </a:xfrm>
          <a:prstGeom prst="rect">
            <a:avLst/>
          </a:prstGeom>
          <a:solidFill>
            <a:srgbClr val="7A9A6D"/>
          </a:solidFill>
          <a:ln w="635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440680" y="4023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49440" y="4023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#7A9A6D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914400" y="3886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9144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274320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&amp; Display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91440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274320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UI Copy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029200" y="4434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029200" y="4709160"/>
            <a:ext cx="868680" cy="27432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5029200" y="4709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989320" y="4709160"/>
            <a:ext cx="868680" cy="274320"/>
          </a:xfrm>
          <a:prstGeom prst="rect">
            <a:avLst/>
          </a:prstGeom>
          <a:solidFill>
            <a:srgbClr val="C4B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5989320" y="4709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949440" y="4709160"/>
            <a:ext cx="868680" cy="274320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6949440" y="4709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7909560" y="4709160"/>
            <a:ext cx="868680" cy="274320"/>
          </a:xfrm>
          <a:prstGeom prst="rect">
            <a:avLst/>
          </a:prstGeom>
          <a:solidFill>
            <a:srgbClr val="C4B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7909560" y="4709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71600" y="18288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Three tiers. No tricks.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914400" y="1508760"/>
            <a:ext cx="2377440" cy="338328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" y="1508760"/>
            <a:ext cx="2377440" cy="1005840"/>
          </a:xfrm>
          <a:prstGeom prst="rect">
            <a:avLst/>
          </a:prstGeom>
          <a:solidFill>
            <a:srgbClr val="C4B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4300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4300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ささやき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" y="2057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05740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/28 days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8GB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143000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43000" y="329184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talk &amp; text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banking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expiry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566160" y="1508760"/>
            <a:ext cx="2377440" cy="338328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566160" y="1508760"/>
            <a:ext cx="2377440" cy="1005840"/>
          </a:xfrm>
          <a:prstGeom prst="rect">
            <a:avLst/>
          </a:prstGeom>
          <a:solidFill>
            <a:srgbClr val="2D3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83480" y="1554480"/>
            <a:ext cx="868680" cy="201168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83480" y="15544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79476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9476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おしゃべり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94760" y="2057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70916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/28 days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79476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40GB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3794760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794760" y="329184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talk &amp; text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banking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calls (10 countries)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expiry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17920" y="1508760"/>
            <a:ext cx="2377440" cy="338328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17920" y="1508760"/>
            <a:ext cx="2377440" cy="100584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44652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4652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46520" y="2057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736092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/28 days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44652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100GB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6446520" y="3063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46520" y="3291840"/>
            <a:ext cx="2011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talk &amp; text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banking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calls (30 countries)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included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28-day expiry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914400" y="4912275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run on the Optus 4G/5G network. Activate online in 2 minutes. BYO SIM or we'll post one free.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0" y="320040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nobody filled.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914400" y="1554480"/>
            <a:ext cx="3840480" cy="3200400"/>
          </a:xfrm>
          <a:prstGeom prst="rect">
            <a:avLst/>
          </a:prstGeom>
          <a:solidFill>
            <a:srgbClr val="FFFFFF">
              <a:alpha val="9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14400" y="3154680"/>
            <a:ext cx="3840480" cy="0"/>
          </a:xfrm>
          <a:prstGeom prst="line">
            <a:avLst/>
          </a:prstGeom>
          <a:noFill/>
          <a:ln w="508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834640" y="1554480"/>
            <a:ext cx="0" cy="3200400"/>
          </a:xfrm>
          <a:prstGeom prst="line">
            <a:avLst/>
          </a:prstGeom>
          <a:noFill/>
          <a:ln w="5080">
            <a:solidFill>
              <a:srgbClr val="7A7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4572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84048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914400" y="13258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023360" y="13258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3328416" y="186537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0" y="18470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Telstra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054096" y="223113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0" y="22128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505456" y="241401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651760" y="2395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1865376" y="287121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011680" y="28529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048256" y="323697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194560" y="32186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1499616" y="3511296"/>
            <a:ext cx="109728" cy="109728"/>
          </a:xfrm>
          <a:prstGeom prst="ellipse">
            <a:avLst/>
          </a:prstGeom>
          <a:solidFill>
            <a:srgbClr val="7A76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45920" y="34930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Amaysim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483864" y="3300984"/>
            <a:ext cx="164592" cy="164592"/>
          </a:xfrm>
          <a:prstGeom prst="ellipse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0" y="33101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03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303520" y="1920240"/>
            <a:ext cx="27432" cy="54864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532120" y="1920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as identity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32120" y="21214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wants a brand they'd put in their bio, not just their phone.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303520" y="2697480"/>
            <a:ext cx="27432" cy="548640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53212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 = low cost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32120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stores, no call centres. 100% app-managed. Savings passed on as data.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303520" y="3474720"/>
            <a:ext cx="27432" cy="54864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32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Culture-native marketing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53212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Memes, creators and TikTok — not TV ads and billboards.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303520" y="4251960"/>
            <a:ext cx="27432" cy="548640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532120" y="4251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532120" y="4453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Optus 4G/5G network as premium carriers.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MARKETS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coast cities.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Youngest demographics.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3566160" cy="141732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6576" cy="141732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66160" y="1938528"/>
            <a:ext cx="777240" cy="201168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9385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4300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SYDNEY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5.4M  ·  Gen Z: ~1.1M  ·  6 major universities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city. Highest density of 18–25s. Home to influencer ecosystem.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566160" cy="141732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6576" cy="141732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938528"/>
            <a:ext cx="777240" cy="201168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0" y="19385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74920" y="1901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MELBOURNE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7492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5.2M  ·  Gen Z: ~1.0M  ·  8 major universities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74920" y="2514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 culture, arts &amp; music scene. High MVNO switching.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429000"/>
            <a:ext cx="3566160" cy="141732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3429000"/>
            <a:ext cx="36576" cy="1417320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66160" y="3538728"/>
            <a:ext cx="777240" cy="201168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3538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43000" y="3502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BRISBANE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2.6M  ·  Gen Z: ~480K  ·  3 major universities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capital. Young migration trending upward.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429000"/>
            <a:ext cx="3566160" cy="141732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36576" cy="1417320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98080" y="3538728"/>
            <a:ext cx="777240" cy="201168"/>
          </a:xfrm>
          <a:prstGeom prst="rect">
            <a:avLst/>
          </a:prstGeom>
          <a:solidFill>
            <a:srgbClr val="7A9A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0" y="353872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74920" y="3502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COAST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7492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700K  ·  Gen Z: ~130K  ·  2 universities + TAFE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7492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culture hub, tourism crossover. High prepaid penetration.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6000"/>
            <a:ext cx="411480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Gen Z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lives.</a:t>
            </a:r>
            <a:endParaRPr lang="en-US" sz="3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874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TikTok-first launch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463040" y="21305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with 50 micro-creators (10K–100K followers) across Sydney &amp; Melbourne. Authentic 'day in my life' content, not scripted ads. Budget: $200K creator seeding.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6974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activations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1463040" y="29535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SIM stations at O-Week across 6 uni campuses. Free SIM with first recharge. QR-code scavenger hunts for bonus data. Target: 15,000 SIMs distributed.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52044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6304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engine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463040" y="37764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a gig, get a gig" — both referrer and referee get 5GB bonus. Viral loop designed for group chats. Target: 30% of activations via referral by month 6.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34340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4343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performance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1463040" y="45994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4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 Shorts, Snapchat. Retargeting via app install campaigns. Always-on paid social with &lt; $8 CPA target.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-45720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4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TARGETS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one. Prove it works.</a:t>
            </a:r>
            <a:endParaRPr lang="en-US" sz="3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914400" y="1463040"/>
          <a:ext cx="43891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2"/>
          <p:cNvSpPr/>
          <p:nvPr/>
        </p:nvSpPr>
        <p:spPr>
          <a:xfrm>
            <a:off x="566928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669280" y="1828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85K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675120" y="1828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subscribers by M12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669280" y="2212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7512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69280" y="25968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&lt;$8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675120" y="2596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0" y="29809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675120" y="2980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retention target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0" y="3364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4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675120" y="3364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referral-driven activations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14400" y="3977640"/>
            <a:ext cx="7498080" cy="822960"/>
          </a:xfrm>
          <a:prstGeom prst="rect">
            <a:avLst/>
          </a:prstGeom>
          <a:solidFill>
            <a:srgbClr val="FAFAF7"/>
          </a:solidFill>
          <a:ln/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4400" y="3977640"/>
            <a:ext cx="7498080" cy="32004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188720" y="4041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1188720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017520" y="4041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3017520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cost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46320" y="4041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4846320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675120" y="4041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 cycle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6675120" y="44074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7200"/>
            <a:ext cx="5029200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914400"/>
            <a:ext cx="32004" cy="292608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00584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417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talk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10972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4B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 Less. Connect More.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話すより、つながる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097280" y="3017520"/>
            <a:ext cx="3200400" cy="13716"/>
          </a:xfrm>
          <a:prstGeom prst="rect">
            <a:avLst/>
          </a:prstGeom>
          <a:solidFill>
            <a:srgbClr val="C4B9A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09728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97280" y="342900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Finalise MVNO wholesale agreement (Optus network)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97280" y="3685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Develop app MVP and eSIM activation flow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7280" y="39410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Recruit founding creator cohort (50 micro-influencers)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" y="4197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O-Week campus launch — February 2027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94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14400" y="4892040"/>
            <a:ext cx="7315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</a:t>
            </a:r>
            <a:r>
              <a:rPr lang="en-US" sz="950" dirty="0" err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talk.com.au</a:t>
            </a: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950" dirty="0" err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hello@small-talk.com.au</a:t>
            </a: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@smalltalk_au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Macintosh PowerPoint</Application>
  <PresentationFormat>On-screen Show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Small Talk — Brand Strategy</dc:title>
  <dc:subject>PptxGenJS Presentation</dc:subject>
  <dc:creator>Small Talk</dc:creator>
  <cp:lastModifiedBy>Terence Tam</cp:lastModifiedBy>
  <cp:revision>3</cp:revision>
  <dcterms:created xsi:type="dcterms:W3CDTF">2026-03-03T19:16:43Z</dcterms:created>
  <dcterms:modified xsi:type="dcterms:W3CDTF">2026-03-03T19:20:46Z</dcterms:modified>
</cp:coreProperties>
</file>